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7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jpeg"/><Relationship Id="rId90" Type="http://schemas.openxmlformats.org/officeDocument/2006/relationships/image" Target="../media/image1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Relationship Id="rId90" Type="http://schemas.openxmlformats.org/officeDocument/2006/relationships/image" Target="../media/image14.png"/><Relationship Id="rId91" Type="http://schemas.openxmlformats.org/officeDocument/2006/relationships/image" Target="../media/image12.sv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Relationship Id="rId90" Type="http://schemas.openxmlformats.org/officeDocument/2006/relationships/image" Target="../media/image13.png"/><Relationship Id="rId91" Type="http://schemas.openxmlformats.org/officeDocument/2006/relationships/image" Target="../media/image2.sv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Relationship Id="rId90" Type="http://schemas.openxmlformats.org/officeDocument/2006/relationships/image" Target="../media/image13.png"/><Relationship Id="rId91" Type="http://schemas.openxmlformats.org/officeDocument/2006/relationships/image" Target="../media/image2.sv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Relationship Id="rId90" Type="http://schemas.openxmlformats.org/officeDocument/2006/relationships/image" Target="../media/image13.png"/><Relationship Id="rId91" Type="http://schemas.openxmlformats.org/officeDocument/2006/relationships/image" Target="../media/image2.sv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Relationship Id="rId90" Type="http://schemas.openxmlformats.org/officeDocument/2006/relationships/image" Target="../media/image14.png"/><Relationship Id="rId91" Type="http://schemas.openxmlformats.org/officeDocument/2006/relationships/image" Target="../media/image12.sv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Relationship Id="rId90" Type="http://schemas.openxmlformats.org/officeDocument/2006/relationships/image" Target="../media/image14.png"/><Relationship Id="rId91" Type="http://schemas.openxmlformats.org/officeDocument/2006/relationships/image" Target="../media/image12.sv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Relationship Id="rId90" Type="http://schemas.openxmlformats.org/officeDocument/2006/relationships/image" Target="../media/image14.png"/><Relationship Id="rId91" Type="http://schemas.openxmlformats.org/officeDocument/2006/relationships/image" Target="../media/image12.sv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Relationship Id="rId90" Type="http://schemas.openxmlformats.org/officeDocument/2006/relationships/image" Target="../media/image13.png"/><Relationship Id="rId91" Type="http://schemas.openxmlformats.org/officeDocument/2006/relationships/image" Target="../media/image2.svg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14.png"/><Relationship Id="rId91" Type="http://schemas.openxmlformats.org/officeDocument/2006/relationships/image" Target="../media/image12.sv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Relationship Id="rId90" Type="http://schemas.openxmlformats.org/officeDocument/2006/relationships/image" Target="../media/image13.png"/><Relationship Id="rId91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24765" y="-27940"/>
            <a:ext cx="12223750" cy="6885305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8615680" y="476250"/>
            <a:ext cx="3792220" cy="78105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54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5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/>
                <a:ea typeface="Courier New" panose="02070309020205020404"/>
                <a:cs typeface="Courier New" panose="02070309020205020404"/>
              </a:rPr>
              <a:t>QUESTION</a:t>
            </a:r>
            <a:endParaRPr sz="5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975725" y="1052195"/>
            <a:ext cx="5429250" cy="10287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765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76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/>
                <a:ea typeface="Courier New" panose="02070309020205020404"/>
                <a:cs typeface="Courier New" panose="02070309020205020404"/>
              </a:rPr>
              <a:t>WORDS</a:t>
            </a:r>
            <a:endParaRPr sz="76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 noChangeAspect="1"/>
          </p:cNvSpPr>
          <p:nvPr/>
        </p:nvSpPr>
        <p:spPr>
          <a:xfrm>
            <a:off x="2351405" y="0"/>
            <a:ext cx="3330416" cy="52913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92000"/>
              </a:lnSpc>
              <a:buNone/>
              <a:def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WHERE</a:t>
            </a:r>
            <a:endParaRPr sz="3450" b="1">
              <a:gradFill>
                <a:gsLst>
                  <a:gs pos="0">
                    <a:srgbClr val="E85F5B">
                      <a:alpha val="24000"/>
                    </a:srgbClr>
                  </a:gs>
                  <a:gs pos="50000">
                    <a:srgbClr val="6F9DB5">
                      <a:alpha val="20000"/>
                    </a:srgbClr>
                  </a:gs>
                  <a:gs pos="100000">
                    <a:srgbClr val="071F28">
                      <a:alpha val="12000"/>
                    </a:srgbClr>
                  </a:gs>
                </a:gsLst>
                <a:lin ang="5400000"/>
              </a:gra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r">
              <a:lnSpc>
                <a:spcPct val="92000"/>
              </a:lnSpc>
              <a:buNone/>
              <a:def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WHO</a:t>
            </a:r>
            <a:endParaRPr sz="3450" b="1">
              <a:gradFill>
                <a:gsLst>
                  <a:gs pos="0">
                    <a:srgbClr val="E85F5B">
                      <a:alpha val="24000"/>
                    </a:srgbClr>
                  </a:gs>
                  <a:gs pos="50000">
                    <a:srgbClr val="6F9DB5">
                      <a:alpha val="20000"/>
                    </a:srgbClr>
                  </a:gs>
                  <a:gs pos="100000">
                    <a:srgbClr val="071F28">
                      <a:alpha val="12000"/>
                    </a:srgbClr>
                  </a:gs>
                </a:gsLst>
                <a:lin ang="5400000"/>
              </a:gra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r">
              <a:lnSpc>
                <a:spcPct val="92000"/>
              </a:lnSpc>
              <a:buNone/>
              <a:def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WHAT</a:t>
            </a:r>
            <a:endParaRPr sz="3450" b="1">
              <a:gradFill>
                <a:gsLst>
                  <a:gs pos="0">
                    <a:srgbClr val="E85F5B">
                      <a:alpha val="24000"/>
                    </a:srgbClr>
                  </a:gs>
                  <a:gs pos="50000">
                    <a:srgbClr val="6F9DB5">
                      <a:alpha val="20000"/>
                    </a:srgbClr>
                  </a:gs>
                  <a:gs pos="100000">
                    <a:srgbClr val="071F28">
                      <a:alpha val="12000"/>
                    </a:srgbClr>
                  </a:gs>
                </a:gsLst>
                <a:lin ang="5400000"/>
              </a:gra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r">
              <a:lnSpc>
                <a:spcPct val="92000"/>
              </a:lnSpc>
              <a:buNone/>
              <a:def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WHEN</a:t>
            </a:r>
            <a:endParaRPr sz="3450" b="1">
              <a:gradFill>
                <a:gsLst>
                  <a:gs pos="0">
                    <a:srgbClr val="E85F5B">
                      <a:alpha val="24000"/>
                    </a:srgbClr>
                  </a:gs>
                  <a:gs pos="50000">
                    <a:srgbClr val="6F9DB5">
                      <a:alpha val="20000"/>
                    </a:srgbClr>
                  </a:gs>
                  <a:gs pos="100000">
                    <a:srgbClr val="071F28">
                      <a:alpha val="12000"/>
                    </a:srgbClr>
                  </a:gs>
                </a:gsLst>
                <a:lin ang="5400000"/>
              </a:gra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r">
              <a:lnSpc>
                <a:spcPct val="92000"/>
              </a:lnSpc>
              <a:buNone/>
              <a:def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WHY</a:t>
            </a:r>
            <a:endParaRPr sz="3450" b="1">
              <a:gradFill>
                <a:gsLst>
                  <a:gs pos="0">
                    <a:srgbClr val="E85F5B">
                      <a:alpha val="24000"/>
                    </a:srgbClr>
                  </a:gs>
                  <a:gs pos="50000">
                    <a:srgbClr val="6F9DB5">
                      <a:alpha val="20000"/>
                    </a:srgbClr>
                  </a:gs>
                  <a:gs pos="100000">
                    <a:srgbClr val="071F28">
                      <a:alpha val="12000"/>
                    </a:srgbClr>
                  </a:gs>
                </a:gsLst>
                <a:lin ang="5400000"/>
              </a:gra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r">
              <a:lnSpc>
                <a:spcPct val="92000"/>
              </a:lnSpc>
              <a:buNone/>
              <a:def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HOW</a:t>
            </a:r>
            <a:endParaRPr sz="3450" b="1">
              <a:gradFill>
                <a:gsLst>
                  <a:gs pos="0">
                    <a:srgbClr val="E85F5B">
                      <a:alpha val="24000"/>
                    </a:srgbClr>
                  </a:gs>
                  <a:gs pos="50000">
                    <a:srgbClr val="6F9DB5">
                      <a:alpha val="20000"/>
                    </a:srgbClr>
                  </a:gs>
                  <a:gs pos="100000">
                    <a:srgbClr val="071F28">
                      <a:alpha val="12000"/>
                    </a:srgbClr>
                  </a:gs>
                </a:gsLst>
                <a:lin ang="5400000"/>
              </a:gra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r">
              <a:lnSpc>
                <a:spcPct val="92000"/>
              </a:lnSpc>
              <a:buNone/>
              <a:def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3450" b="1">
                <a:gradFill>
                  <a:gsLst>
                    <a:gs pos="0">
                      <a:srgbClr val="E85F5B">
                        <a:alpha val="24000"/>
                      </a:srgbClr>
                    </a:gs>
                    <a:gs pos="50000">
                      <a:srgbClr val="6F9DB5">
                        <a:alpha val="20000"/>
                      </a:srgbClr>
                    </a:gs>
                    <a:gs pos="100000">
                      <a:srgbClr val="071F28">
                        <a:alpha val="12000"/>
                      </a:srgbClr>
                    </a:gs>
                  </a:gsLst>
                  <a:lin ang="5400000"/>
                </a:gra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WHICH</a:t>
            </a:r>
            <a:endParaRPr sz="3450" b="1">
              <a:gradFill>
                <a:gsLst>
                  <a:gs pos="0">
                    <a:srgbClr val="E85F5B">
                      <a:alpha val="24000"/>
                    </a:srgbClr>
                  </a:gs>
                  <a:gs pos="50000">
                    <a:srgbClr val="6F9DB5">
                      <a:alpha val="20000"/>
                    </a:srgbClr>
                  </a:gs>
                  <a:gs pos="100000">
                    <a:srgbClr val="071F28">
                      <a:alpha val="12000"/>
                    </a:srgbClr>
                  </a:gs>
                </a:gsLst>
                <a:lin ang="5400000"/>
              </a:gra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15" name="Picture 5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55835" y="5805170"/>
            <a:ext cx="2343150" cy="1277620"/>
          </a:xfrm>
          <a:prstGeom prst="rect">
            <a:avLst/>
          </a:prstGeom>
        </p:spPr>
      </p:pic>
      <p:sp>
        <p:nvSpPr>
          <p:cNvPr id="7" name="Cover subject label"/>
          <p:cNvSpPr>
            <a:spLocks noGrp="1"/>
          </p:cNvSpPr>
          <p:nvPr/>
        </p:nvSpPr>
        <p:spPr>
          <a:xfrm>
            <a:off x="8328025" y="6364605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361950" y="209550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78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78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WHERE</a:t>
            </a:r>
            <a:endParaRPr sz="78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2063115" y="1844675"/>
            <a:ext cx="533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Where are </a:t>
            </a:r>
            <a:b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</a:b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the TIE fighters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flying to?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02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8248650" y="190500"/>
            <a:ext cx="3390900" cy="123825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99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9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WHO?</a:t>
            </a:r>
            <a:endParaRPr sz="99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248650" y="1438275"/>
            <a:ext cx="1143000" cy="47625"/>
          </a:xfrm>
          <a:prstGeom prst="rect">
            <a:avLst/>
          </a:prstGeom>
          <a:solidFill>
            <a:srgbClr val="E85F5B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7772400" y="146685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Who is Luke’s father?</a:t>
            </a:r>
            <a:endParaRPr sz="21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03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7320280" y="44450"/>
            <a:ext cx="4665980" cy="17145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66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66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HOW</a:t>
            </a:r>
            <a:r>
              <a:rPr sz="66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66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MANY?</a:t>
            </a:r>
            <a:endParaRPr sz="66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335280" y="548640"/>
            <a:ext cx="36957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025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How many AT-ATs</a:t>
            </a:r>
            <a:endParaRPr sz="2025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2025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025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are there?</a:t>
            </a:r>
            <a:endParaRPr sz="2025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04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  <a:effectLst>
            <a:outerShdw blurRad="34925" dist="0" dir="0" algn="ctr" rotWithShape="0">
              <a:srgbClr val="FFFFFF">
                <a:alpha val="75000"/>
              </a:srgbClr>
            </a:outerShdw>
          </a:effectLst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  <a:effectLst>
            <a:outerShdw blurRad="34925" dist="0" dir="0" algn="ctr" rotWithShape="0">
              <a:srgbClr val="FFFFFF">
                <a:alpha val="75000"/>
              </a:srgbClr>
            </a:outerShdw>
          </a:effectLst>
        </p:spPr>
        <p:txBody>
          <a:bodyPr anchor="ctr"/>
          <a:lstStyle/>
          <a:p>
            <a:pPr algn="ctr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335280" y="44450"/>
            <a:ext cx="7273290" cy="115316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66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6600" b="1">
                <a:ln w="9525">
                  <a:solidFill>
                    <a:srgbClr val="071F28">
                      <a:alpha val="72000"/>
                    </a:srgbClr>
                  </a:solidFill>
                  <a:prstDash val="solid"/>
                </a:ln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WHAT</a:t>
            </a:r>
            <a:r>
              <a:rPr sz="6600" b="1">
                <a:ln w="9525">
                  <a:solidFill>
                    <a:srgbClr val="071F28">
                      <a:alpha val="72000"/>
                    </a:srgbClr>
                  </a:solidFill>
                  <a:prstDash val="solid"/>
                </a:ln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6600" b="1">
                <a:ln w="9525">
                  <a:solidFill>
                    <a:srgbClr val="071F28">
                      <a:alpha val="72000"/>
                    </a:srgbClr>
                  </a:solidFill>
                  <a:prstDash val="solid"/>
                </a:ln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COLOR?</a:t>
            </a:r>
            <a:endParaRPr sz="6600" b="1">
              <a:ln w="9525">
                <a:solidFill>
                  <a:srgbClr val="071F28">
                    <a:alpha val="72000"/>
                  </a:srgbClr>
                </a:solidFill>
                <a:prstDash val="solid"/>
              </a:ln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775460" y="5150485"/>
            <a:ext cx="4191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What color</a:t>
            </a:r>
            <a:br>
              <a: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</a:br>
            <a:r>
              <a: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are their</a:t>
            </a:r>
            <a:endParaRPr sz="2025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lightsabers?</a:t>
            </a:r>
            <a:endParaRPr sz="2025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05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  <a:effectLst>
            <a:outerShdw blurRad="34925" dist="0" dir="0" algn="ctr" rotWithShape="0">
              <a:srgbClr val="FFFFFF">
                <a:alpha val="75000"/>
              </a:srgbClr>
            </a:outerShdw>
          </a:effectLst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  <a:effectLst>
            <a:outerShdw blurRad="34925" dist="0" dir="0" algn="ctr" rotWithShape="0">
              <a:srgbClr val="FFFFFF">
                <a:alpha val="75000"/>
              </a:srgbClr>
            </a:outerShdw>
          </a:effectLst>
        </p:spPr>
        <p:txBody>
          <a:bodyPr anchor="ctr"/>
          <a:lstStyle/>
          <a:p>
            <a:pPr algn="ctr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183" r="1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8688070" y="171450"/>
            <a:ext cx="3619500" cy="12573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87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87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WHEN?</a:t>
            </a:r>
            <a:endParaRPr sz="87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285750"/>
            <a:ext cx="4762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When are you going</a:t>
            </a:r>
            <a:endParaRPr sz="2025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025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 pay Jabba?</a:t>
            </a:r>
            <a:endParaRPr sz="2025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06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5467350" y="95250"/>
            <a:ext cx="4953000" cy="131445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99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9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WHY?</a:t>
            </a:r>
            <a:endParaRPr sz="99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591810" y="1341120"/>
            <a:ext cx="4762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Why is Luke </a:t>
            </a:r>
            <a:br>
              <a: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</a:br>
            <a:r>
              <a:rPr lang="en-GB"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raining</a:t>
            </a:r>
            <a:endParaRPr sz="21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with Yoda?</a:t>
            </a:r>
            <a:endParaRPr sz="21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07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323850" y="114300"/>
            <a:ext cx="5334000" cy="180975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67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67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HOW</a:t>
            </a:r>
            <a:endParaRPr sz="67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67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67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MUCH?</a:t>
            </a:r>
            <a:endParaRPr sz="67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263525" y="2132965"/>
            <a:ext cx="5334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How much does Jabba want</a:t>
            </a:r>
            <a:endParaRPr sz="21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1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 release Han Solo?</a:t>
            </a:r>
            <a:endParaRPr sz="21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08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323850" y="15240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57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57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WHAT KIND OF?</a:t>
            </a:r>
            <a:endParaRPr sz="57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295400"/>
            <a:ext cx="5715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9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What kind of weapons are the</a:t>
            </a:r>
            <a:endParaRPr sz="19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buNone/>
              <a:defRPr sz="19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9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Stormtroopers holding?</a:t>
            </a:r>
            <a:endParaRPr sz="19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09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  <a:effectLst>
            <a:outerShdw blurRad="34925" dist="0" dir="0" algn="ctr" rotWithShape="0">
              <a:srgbClr val="FFFFFF">
                <a:alpha val="75000"/>
              </a:srgbClr>
            </a:outerShdw>
          </a:effectLst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  <a:effectLst>
            <a:outerShdw blurRad="34925" dist="0" dir="0" algn="ctr" rotWithShape="0">
              <a:srgbClr val="FFFFFF">
                <a:alpha val="75000"/>
              </a:srgbClr>
            </a:outerShdw>
          </a:effectLst>
        </p:spPr>
        <p:txBody>
          <a:bodyPr anchor="ctr"/>
          <a:lstStyle/>
          <a:p>
            <a:pPr algn="ctr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514350" y="266700"/>
            <a:ext cx="3619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0" b="1">
                <a:solidFill>
                  <a:srgbClr val="E85F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7500" b="1">
                <a:solidFill>
                  <a:srgbClr val="E85F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KEY</a:t>
            </a:r>
            <a:endParaRPr sz="7500" b="1">
              <a:solidFill>
                <a:srgbClr val="E85F5B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71500" y="1238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B9CDD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350" b="1">
                <a:solidFill>
                  <a:srgbClr val="B9CDD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possible answers</a:t>
            </a:r>
            <a:endParaRPr sz="1350" b="1">
              <a:solidFill>
                <a:srgbClr val="B9CDD1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71500" y="17526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WHERE … TO?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71500" y="21621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They are flying toward a distant base.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28956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WHO?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33051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Darth Vader is Luke’s father.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40386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HOW MANY?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71500" y="44481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There are two AT-ATs.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71500" y="51816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WHAT COLOR?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71500" y="55911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They are red and blue.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0" name="Rectangle 100"/>
          <p:cNvSpPr>
            <a:spLocks noGrp="1"/>
          </p:cNvSpPr>
          <p:nvPr/>
        </p:nvSpPr>
        <p:spPr>
          <a:xfrm>
            <a:off x="6381750" y="9144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WHICH?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1" name="Rectangle 101"/>
          <p:cNvSpPr>
            <a:spLocks noGrp="1"/>
          </p:cNvSpPr>
          <p:nvPr/>
        </p:nvSpPr>
        <p:spPr>
          <a:xfrm>
            <a:off x="6381750" y="13239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I’m on Hoth.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2" name="Rectangle 102"/>
          <p:cNvSpPr>
            <a:spLocks noGrp="1"/>
          </p:cNvSpPr>
          <p:nvPr/>
        </p:nvSpPr>
        <p:spPr>
          <a:xfrm>
            <a:off x="6381750" y="20574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WHEN?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3" name="Rectangle 103"/>
          <p:cNvSpPr>
            <a:spLocks noGrp="1"/>
          </p:cNvSpPr>
          <p:nvPr/>
        </p:nvSpPr>
        <p:spPr>
          <a:xfrm>
            <a:off x="6381750" y="24669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I’m going to pay Jabba soon.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4" name="Rectangle 104"/>
          <p:cNvSpPr>
            <a:spLocks noGrp="1"/>
          </p:cNvSpPr>
          <p:nvPr/>
        </p:nvSpPr>
        <p:spPr>
          <a:xfrm>
            <a:off x="6381750" y="32004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WHY?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5" name="Rectangle 105"/>
          <p:cNvSpPr>
            <a:spLocks noGrp="1"/>
          </p:cNvSpPr>
          <p:nvPr/>
        </p:nvSpPr>
        <p:spPr>
          <a:xfrm>
            <a:off x="6381750" y="36099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He is training to become a Jedi.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6" name="Rectangle 106"/>
          <p:cNvSpPr>
            <a:spLocks noGrp="1"/>
          </p:cNvSpPr>
          <p:nvPr/>
        </p:nvSpPr>
        <p:spPr>
          <a:xfrm>
            <a:off x="6381750" y="43434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HOW MUCH?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7" name="Rectangle 107"/>
          <p:cNvSpPr>
            <a:spLocks noGrp="1"/>
          </p:cNvSpPr>
          <p:nvPr/>
        </p:nvSpPr>
        <p:spPr>
          <a:xfrm>
            <a:off x="6381750" y="47529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The amount is open for discussion.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8" name="Rectangle 108"/>
          <p:cNvSpPr>
            <a:spLocks noGrp="1"/>
          </p:cNvSpPr>
          <p:nvPr/>
        </p:nvSpPr>
        <p:spPr>
          <a:xfrm>
            <a:off x="6381750" y="54864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800" b="1">
                <a:solidFill>
                  <a:srgbClr val="FFFB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WHAT KIND OF?</a:t>
            </a:r>
            <a:endParaRPr sz="1800" b="1">
              <a:solidFill>
                <a:srgbClr val="FFFB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09" name="Rectangle 109"/>
          <p:cNvSpPr>
            <a:spLocks noGrp="1"/>
          </p:cNvSpPr>
          <p:nvPr/>
        </p:nvSpPr>
        <p:spPr>
          <a:xfrm>
            <a:off x="6381750" y="58959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They are holding blaster rifles.</a:t>
            </a:r>
            <a:endParaRPr sz="1125" b="0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11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rcRect l="242" r="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361950" y="209550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 anchor="ctr"/>
          <a:lstStyle/>
          <a:p>
            <a:pPr algn="l">
              <a:buNone/>
              <a:defRPr sz="78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780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WHICH?</a:t>
            </a:r>
            <a:endParaRPr sz="780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2063115" y="1844675"/>
            <a:ext cx="533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Which planet</a:t>
            </a:r>
            <a:b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</a:b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are you on?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3157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00" b="1">
                <a:solidFill>
                  <a:srgbClr val="FFF0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11</a:t>
            </a:r>
            <a:endParaRPr sz="900" b="1">
              <a:solidFill>
                <a:srgbClr val="FFF0D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00" name="Forbes English logo"/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855835" y="5329682"/>
            <a:ext cx="2343150" cy="1277620"/>
          </a:xfrm>
          <a:prstGeom prst="rect">
            <a:avLst/>
          </a:prstGeom>
        </p:spPr>
      </p:pic>
      <p:sp>
        <p:nvSpPr>
          <p:cNvPr id="201" name="Forbes English wordmark"/>
          <p:cNvSpPr>
            <a:spLocks noGrp="1"/>
          </p:cNvSpPr>
          <p:nvPr/>
        </p:nvSpPr>
        <p:spPr>
          <a:xfrm>
            <a:off x="8328025" y="5889117"/>
            <a:ext cx="5521960" cy="430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2250" b="1">
                <a:solidFill>
                  <a:srgbClr val="071F28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ENGLISH</a:t>
            </a:r>
            <a:endParaRPr sz="2250" b="1">
              <a:solidFill>
                <a:srgbClr val="071F28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71F28">
                <a:alpha val="2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WPS Presentation</Application>
  <PresentationFormat>Converted Presentation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Courier New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black</cp:lastModifiedBy>
  <cp:revision>4</cp:revision>
  <dcterms:created xsi:type="dcterms:W3CDTF">2026-08-05T22:22:01Z</dcterms:created>
  <dcterms:modified xsi:type="dcterms:W3CDTF">2026-08-06T19:45:08Z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27EEB9387DDD490F8A3AF974D0D5A930_12</vt:lpwstr>
  </property>
  <property fmtid="{D5CDD505-2E9C-101B-9397-08002B2CF9AE}" pid="3" name="KSOProductBuildVer">
    <vt:lpwstr>1033-12.1.0.26880</vt:lpwstr>
  </property>
</Properties>
</file>